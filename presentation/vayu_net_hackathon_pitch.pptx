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HACKATHON 2026 // CLIMATETECH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Arial"/>
              </a:defRPr>
            </a:pPr>
            <a:r>
              <a:t>VAYU-NET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Next-Gen Air Quality &amp; Pollution-Source Intelligence Platform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Transforming raw environmental telemetry into actionable source attribution, atmospheric trajectory corridors, and zero-delay municipal interventions.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LIVE DEPLOYED SYSTEM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Live Public URL: https://vegetation-nelson-guided-pittsburgh.trycloudflare.com</a:t>
            </a:r>
            <a:br/>
            <a:r>
              <a:t>• Interactive API Docs: .../docs (OpenAPI 3.1 / Swagger)</a:t>
            </a:r>
            <a:br/>
            <a:r>
              <a:t>• GitHub Repository: https://github.com/Sushantraj04/vayu.git</a:t>
            </a:r>
            <a:br/>
            <a:r>
              <a:t>• Core Pipeline: OpenAQ Ground Reference + NASA FIRMS Satellite + DBSCAN AI + 3D Three.js WebGL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01 // THE CRISIS &amp;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Air Quality Crisis: Data Silos &amp; The Attribution Blind Spot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Over 300 Million citizens suffer toxic winter smog (AQI 450+ Severe). Current solutions only state the number, not the origin.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Number Without Cause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Existing apps (AQICN, SAFAR) merely display a static number (e.g. 420). They cannot reveal whether pollution is local traffic, illegal dumping, or stubble plumes drifting from 200 km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7744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Inter-State Blame Game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Municipal and state authorities trade accusations without mathematical trajectory evidence. Agricultural burning vs industrial venting lacks provable wind-vector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37744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Disconnected Data Silos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Ground reference stations (CPCB/OpenAQ), NASA FIRMS satellite thermal fire detections, and on-ground citizen complaints operate in isolated silos with zero automated fusion.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02 // UNIFIED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VAYU-NET Solution: Unified Multi-Source Intelligence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full-stack intelligence engine integrating ground stations, satellite thermal data, and crowdsourcing.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Multi-Telemetry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Real-time automated sync with OpenAQ CPCB reference monitors, NASA FIRMS thermal anomaly satellites, and crowdsourced citizen GPS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4688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DBSCAN Spatial AI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Unsupervised density-based clustering filters sensor noise and groups multi-origin emission points into precise micro-hotspot zones without grid bias.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24688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Kinematic Plumes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Wind vector decomposition (u, v) and Boundary Layer Height (BLH) inversion dynamics reconstruct upwind transport corridors and plume cones.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77440"/>
            <a:ext cx="24688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4. Dual-Persona UI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Jargon-free bilingual guidance (Hindi &amp; English) for citizens paired with a 3-tab operational Situation Room for enforcement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03 //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Enterprise Full-Stack Architecture &amp;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12064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Backend Engine &amp; Pipeline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FastAPI (Python 3.12+): Asynchronous high-throughput REST architecture</a:t>
            </a:r>
            <a:br/>
            <a:r>
              <a:t>• OpenAQ v3 Client: Live station sync for Delhi-NCR, Ludhiana &amp; NCR corridors</a:t>
            </a:r>
            <a:br/>
            <a:r>
              <a:t>• NASA FIRMS Satellite Sync: High-confidence VIIRS/MODIS thermal anomalies</a:t>
            </a:r>
            <a:br/>
            <a:r>
              <a:t>• Scikit-Learn DBSCAN: Unsupervised spatial clustering (&lt;150ms execution)</a:t>
            </a:r>
            <a:br/>
            <a:r>
              <a:t>• Redis &amp; AsyncPG/SQLite: Telemetry persistence, caching &amp; token auth</a:t>
            </a:r>
            <a:br/>
            <a:r>
              <a:t>• Cloudflare Edge Tunnel: Zero-CORS global low-latency public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Frontend &amp; Visualization Core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React 18 + Vite + TypeScript: Reactive component hierarchy &amp; fast HMR</a:t>
            </a:r>
            <a:br/>
            <a:r>
              <a:t>• Three.js WebGL Engine: Live 3D particle simulation linked to wind speed &amp; AQI</a:t>
            </a:r>
            <a:br/>
            <a:r>
              <a:t>• MapLibre GL / Leaflet: Vector tiles, satellite hotspot heatmaps &amp; plume lines</a:t>
            </a:r>
            <a:br/>
            <a:r>
              <a:t>• Zustand State Store: Real-time UI state sync &amp; multi-role permission switching</a:t>
            </a:r>
            <a:br/>
            <a:r>
              <a:t>• Tailwind CSS &amp; Lucide: Clean, high-density institutional command styling</a:t>
            </a:r>
            <a:br/>
            <a:r>
              <a:t>• i18n Bilingual Engine: Seamless Hindi/English contextual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04 // AI &amp; PHYSICS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Mathematical Models &amp; Atmospheric Kinematics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DBSCAN Clustering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Uses Great-Circle Haversine distance metric:</a:t>
            </a:r>
            <a:br/>
            <a:r>
              <a:t>D_haversine(p1, p2) &lt;= epsilon</a:t>
            </a:r>
            <a:br/>
            <a:br/>
            <a:r>
              <a:t>Density condition: |N_eps(p)| &gt;= MinPts.</a:t>
            </a:r>
            <a:br/>
            <a:br/>
            <a:r>
              <a:t>Automatically groups contiguous emission sources while filtering sensor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Trajectory Attribution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Decomposes synoptic 10m wind velocity:</a:t>
            </a:r>
            <a:br/>
            <a:r>
              <a:t>u = -v_wind * sin(theta_heading)</a:t>
            </a:r>
            <a:br/>
            <a:r>
              <a:t>v = -v_wind * cos(theta_heading)</a:t>
            </a:r>
            <a:br/>
            <a:br/>
            <a:r>
              <a:t>Projects backward transport cones to trace where air masses originated 3 to 12 hours prior.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Inversion Trapping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Quantifies vertical atmospheric compression:</a:t>
            </a:r>
            <a:br/>
            <a:r>
              <a:t>Trapping Factor kappa = BLH_std / BLH_obs</a:t>
            </a:r>
            <a:br/>
            <a:br/>
            <a:r>
              <a:t>Identifies severe inversion traps when BLH collapses below 300m, distinguishing weather from emissions.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05 //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Dual-Persona Product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1206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🌱 Citizen / Public Portal (Bilingual)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Zero Technical Jargon: Everyday words instead of confusing scientific acronyms</a:t>
            </a:r>
            <a:br/>
            <a:r>
              <a:t>• Big Daily Summary Banner: 'Aaj Delhi ki hawa bohot kharab hai. Bahar jana safe nahi hai.'</a:t>
            </a:r>
            <a:br/>
            <a:r>
              <a:t>• Plain Explanations: Explains 'Elevated Road Dust' as 'Dhool-mitti aur traffic se pollution zyada hai'</a:t>
            </a:r>
            <a:br/>
            <a:r>
              <a:t>• Circular AQI Dial: Color-coded health gauge with immediate advisory</a:t>
            </a:r>
            <a:br/>
            <a:r>
              <a:t>• Verified Crowdsourcing: Citizens upload GPS photos of illegal burning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21208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🏛️ Situation Room (Authority Command)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3-Tab Operational Layout:</a:t>
            </a:r>
            <a:br/>
            <a:r>
              <a:t>   - Tab 1: Live Geospatial Map (stations, NASA fires, citizen markers)</a:t>
            </a:r>
            <a:br/>
            <a:r>
              <a:t>   - Tab 2: Geospatial Analysis &amp; DBSCAN (cluster sizes, radius, core points)</a:t>
            </a:r>
            <a:br/>
            <a:r>
              <a:t>   - Tab 3: Active Operations (Evaluate Alerts, dispatch teams, moderate reports)</a:t>
            </a:r>
            <a:br/>
            <a:r>
              <a:t>• Full Telemetry: PM2.5, PM10, Wind Speed, Heading, BLH Inversion</a:t>
            </a:r>
            <a:br/>
            <a:r>
              <a:t>• Zero-Delay Decision Support: Automated GRAP-IV enforcement dispatch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06 // UI/UX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3D Atmospheric Particle Engine (WebGL / Three.js)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Dynamic Fluid Simulation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Custom WebGL particle field reacts in real time to actual atmospheric wind speed and synoptic heading vectors. Provides true physical intuition of air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Adaptive AQI Shading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Particles dynamically shift color gradients from emerald (Good) to amber (Moderate) to deep crimson-purple (Severe Smog) based on live station PM2.5 readings.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60 FPS GPU Acceleration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Built with instanced buffer geometries and shaders to ensure zero CPU throttling, smooth rendering on mobile browsers and large command center monitors.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07 // REAL-WORLD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Working Deployment &amp; Real Telemetry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1206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Live Independent City Telemetry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Delhi-NCR Central Reference:</a:t>
            </a:r>
            <a:br/>
            <a:r>
              <a:t>   - PM2.5: 451.0 µg/m³  |  PM10: 55.5 µg/m³</a:t>
            </a:r>
            <a:br/>
            <a:r>
              <a:t>   - AQI: 481 (Severe)  |  Origin: MEASURED (OpenAQ CPCB Reference)</a:t>
            </a:r>
            <a:br/>
            <a:br/>
            <a:r>
              <a:t>• Ludhiana Industrial Station:</a:t>
            </a:r>
            <a:br/>
            <a:r>
              <a:t>   - PM2.5: 92.0 µg/m³  |  PM10: 145.0 µg/m³</a:t>
            </a:r>
            <a:br/>
            <a:r>
              <a:t>   - Wind: 308.2° (NW)  |  Origin: Genuinely independent live dataset</a:t>
            </a:r>
            <a:br/>
            <a:br/>
            <a:r>
              <a:t>• Automated Ingestion: Distinct data across all cities; zero mock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21208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Public Access &amp; Open Source Proof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Live Public App URL (Clickable):</a:t>
            </a:r>
            <a:br/>
            <a:r>
              <a:t>   https://vegetation-nelson-guided-pittsburgh.trycloudflare.com</a:t>
            </a:r>
            <a:br/>
            <a:br/>
            <a:r>
              <a:t>• Interactive OpenAPI / Swagger Documentation:</a:t>
            </a:r>
            <a:br/>
            <a:r>
              <a:t>   https://vegetation-nelson-guided-pittsburgh.trycloudflare.com/docs</a:t>
            </a:r>
            <a:br/>
            <a:br/>
            <a:r>
              <a:t>• GitHub Source Code Repository:</a:t>
            </a:r>
            <a:br/>
            <a:r>
              <a:t>   https://github.com/Sushantraj04/vayu.git</a:t>
            </a:r>
            <a:br/>
            <a:br/>
            <a:r>
              <a:t>• Edge SSL active, 0 CORS issues, 100% test pass 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08 // 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Societal Impact &amp; Municipal 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3x Faster Enforcement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Automated alert evaluation sends instant GIS coordinates to municipal and police patrol teams, intercepting agricultural burning and industrial releases before plumes spread.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100% Legal Accountability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Produces scientifically defensible trajectory plume models, ending political disputes between state pollution boards through transparent mathematical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2918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Zero-Cost Public Reach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Bilingual mobile-first portal empowers millions of vulnerable citizens (children, elderly) with timely actionable warnings in their native language.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VAYU-NET // </a:t>
            </a:r>
            <a:r>
              <a:rPr sz="1200" b="0">
                <a:solidFill>
                  <a:srgbClr val="94A3B8"/>
                </a:solidFill>
                <a:latin typeface="Arial"/>
              </a:rPr>
              <a:t>AIR QUALITY &amp; 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09 //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National Clean Air Action Hackathon 2026  •  Live Demo: vegetation-nelson-guided-pittsburgh.trycloudflare.com</a:t>
            </a:r>
            <a:r>
              <a:rPr b="1">
                <a:solidFill>
                  <a:srgbClr val="10B981"/>
                </a:solidFill>
              </a:rPr>
              <a:t>                         Slide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Execution Roadmap &amp; The Future of Clean 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29184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1: Completed MVP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Real-time OpenAQ + NASA sync</a:t>
            </a:r>
            <a:br/>
            <a:r>
              <a:t>• DBSCAN clustering engine</a:t>
            </a:r>
            <a:br/>
            <a:r>
              <a:t>• Kinematic trajectory corridors</a:t>
            </a:r>
            <a:br/>
            <a:r>
              <a:t>• 3D Atmospheric Three.js engine</a:t>
            </a:r>
            <a:br/>
            <a:r>
              <a:t>• Bilingual Citizen + Situation Room</a:t>
            </a:r>
            <a:br/>
            <a:r>
              <a:t>• Live Public Cloudflare Tunnel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94560"/>
            <a:ext cx="329184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2: Next 3 Months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Native Android/iOS citizen report app</a:t>
            </a:r>
            <a:br/>
            <a:r>
              <a:t>• Low-cost IoT sensor mesh ($50 nodes)</a:t>
            </a:r>
            <a:br/>
            <a:r>
              <a:t>• Automated WhatsApp/SMS alerts</a:t>
            </a:r>
            <a:br/>
            <a:r>
              <a:t>• Drone patrol coordinate auto-routing</a:t>
            </a:r>
            <a:br/>
            <a:r>
              <a:t>• Municipal ticket resolution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94560"/>
            <a:ext cx="329184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3: 6 to 12 Months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Physics-Informed Neural Nets (PINNs)</a:t>
            </a:r>
            <a:br/>
            <a:r>
              <a:t>• 48-hour forward dispersion forecast</a:t>
            </a:r>
            <a:br/>
            <a:r>
              <a:t>• Pan-India 131 NCAP city expansion</a:t>
            </a:r>
            <a:br/>
            <a:r>
              <a:t>• Cross-border satellite telemetry</a:t>
            </a:r>
            <a:br/>
            <a:r>
              <a:t>• Open API for climate researchers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Thank You! We are eager for your questions.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Live App: https://vegetation-nelson-guided-pittsburgh.trycloudflare.com  |  GitHub: https://github.com/Sushantraj04/vayu.git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